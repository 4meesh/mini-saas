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SaaS Task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Modern, Productive, and Beautiful Task Management Solution</a:t>
            </a:r>
          </a:p>
          <a:p>
            <a:r>
              <a:t>Built with React &amp;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Mini SaaS Task Manager is a full-stack application designed for simplicity and productivity. It features a real-time dashboard, interactive task management, and advanced data portability options.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Task Control</a:t>
            </a:r>
          </a:p>
          <a:p>
            <a:pPr lvl="1"/>
            <a:r>
              <a:t>• CRUD Operations: Create, Edit, Toggle, and Delete tasks in real-time.</a:t>
            </a:r>
          </a:p>
          <a:p>
            <a:pPr lvl="1"/>
            <a:r>
              <a:t>• Advanced Categorization: Priority labeling and situational categories.</a:t>
            </a:r>
          </a:p>
          <a:p>
            <a:pPr lvl="1"/>
            <a:r>
              <a:t>• Data Portability: Export to JSON/CSV and Import from JSON.</a:t>
            </a:r>
          </a:p>
          <a:p>
            <a:pPr lvl="1"/>
            <a:r>
              <a:t>• Themes: Fluid transitions between Light and Amoled Dark modes.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Frontend Framework: React.js (Vite)</a:t>
            </a:r>
          </a:p>
          <a:p>
            <a:pPr>
              <a:defRPr b="1"/>
            </a:pPr>
            <a:r>
              <a:t>Backend &amp; Auth: Supabase (PostgreSQL)</a:t>
            </a:r>
          </a:p>
          <a:p>
            <a:pPr>
              <a:defRPr b="1"/>
            </a:pPr>
            <a:r>
              <a:t>Styling: Vanilla CSS with Modern Variables &amp; Glassmorphism</a:t>
            </a:r>
          </a:p>
          <a:p>
            <a:pPr>
              <a:defRPr b="1"/>
            </a:pPr>
            <a:r>
              <a:t>Real-time State: Supabase Auth &amp; DB Listeners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Light Interface</a:t>
            </a:r>
          </a:p>
        </p:txBody>
      </p:sp>
      <p:pic>
        <p:nvPicPr>
          <p:cNvPr id="3" name="Picture 2" descr="saas_dashboard_light_mockup_17701967659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 Dark 'Amoled' Mode</a:t>
            </a:r>
          </a:p>
        </p:txBody>
      </p:sp>
      <p:pic>
        <p:nvPicPr>
          <p:cNvPr id="3" name="Picture 2" descr="saas_dashboard_dark_mockup_1770196796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instant visual feedback:</a:t>
            </a:r>
          </a:p>
          <a:p>
            <a:pPr lvl="1"/>
            <a:r>
              <a:t>• Real-time Task Breakdown by Priority.</a:t>
            </a:r>
          </a:p>
          <a:p>
            <a:pPr lvl="1"/>
            <a:r>
              <a:t>• Completion Rate Progress Visualization.</a:t>
            </a:r>
          </a:p>
          <a:p>
            <a:pPr lvl="1"/>
            <a:r>
              <a:t>• Category-wise Active Task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Premium Task Management Experience</a:t>
            </a:r>
          </a:p>
          <a:p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